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252a3d8e8b4356" /><Relationship Type="http://schemas.openxmlformats.org/officeDocument/2006/relationships/extended-properties" Target="/docProps/app.xml" Id="R0932a553d01e41bc" /><Relationship Type="http://schemas.openxmlformats.org/officeDocument/2006/relationships/officeDocument" Target="/ppt/presentation.xml" Id="Rbc4b3d73f40648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29fd6d25a24c23"/>
  </p:sldMasterIdLst>
  <p:notesMasterIdLst>
    <p:notesMasterId xmlns:r="http://schemas.openxmlformats.org/officeDocument/2006/relationships" r:id="R81baf77c4b5541ea"/>
  </p:notesMasterIdLst>
  <p:sldIdLst>
    <p:sldId xmlns:r="http://schemas.openxmlformats.org/officeDocument/2006/relationships" id="256" r:id="R19d9034400f84283"/>
    <p:sldId xmlns:r="http://schemas.openxmlformats.org/officeDocument/2006/relationships" id="257" r:id="R6156ddb63b2f45cf"/>
    <p:sldId xmlns:r="http://schemas.openxmlformats.org/officeDocument/2006/relationships" id="258" r:id="Rcffa7e3c2c244652"/>
    <p:sldId xmlns:r="http://schemas.openxmlformats.org/officeDocument/2006/relationships" id="259" r:id="R0c04cfba6bb64c11"/>
    <p:sldId xmlns:r="http://schemas.openxmlformats.org/officeDocument/2006/relationships" id="260" r:id="R1a516f7742c64c1d"/>
    <p:sldId xmlns:r="http://schemas.openxmlformats.org/officeDocument/2006/relationships" id="261" r:id="R50a7475e1cff41c0"/>
    <p:sldId xmlns:r="http://schemas.openxmlformats.org/officeDocument/2006/relationships" id="262" r:id="R47e02d0376a241a2"/>
    <p:sldId xmlns:r="http://schemas.openxmlformats.org/officeDocument/2006/relationships" id="263" r:id="R6fe8383c0ab742f3"/>
    <p:sldId xmlns:r="http://schemas.openxmlformats.org/officeDocument/2006/relationships" id="264" r:id="Re4b418881bc14282"/>
    <p:sldId xmlns:r="http://schemas.openxmlformats.org/officeDocument/2006/relationships" id="265" r:id="Rfb6dbee10af3414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c92d10e0ed94654" /><Relationship Type="http://schemas.openxmlformats.org/officeDocument/2006/relationships/slideMaster" Target="/ppt/slideMasters/slideMaster1.xml" Id="R0429fd6d25a24c23" /><Relationship Type="http://schemas.openxmlformats.org/officeDocument/2006/relationships/notesMaster" Target="/ppt/notesMasters/notesMaster1.xml" Id="R81baf77c4b5541ea" /><Relationship Type="http://schemas.openxmlformats.org/officeDocument/2006/relationships/presProps" Target="/ppt/presProps.xml" Id="Rc7ccb316ab2a4051" /><Relationship Type="http://schemas.openxmlformats.org/officeDocument/2006/relationships/tableStyles" Target="/ppt/tableStyles.xml" Id="R6b57e933e2864de6" /><Relationship Type="http://schemas.openxmlformats.org/officeDocument/2006/relationships/slide" Target="/ppt/slides/slide1.xml" Id="R19d9034400f84283" /><Relationship Type="http://schemas.openxmlformats.org/officeDocument/2006/relationships/slide" Target="/ppt/slides/slide2.xml" Id="R6156ddb63b2f45cf" /><Relationship Type="http://schemas.openxmlformats.org/officeDocument/2006/relationships/slide" Target="/ppt/slides/slide3.xml" Id="Rcffa7e3c2c244652" /><Relationship Type="http://schemas.openxmlformats.org/officeDocument/2006/relationships/slide" Target="/ppt/slides/slide4.xml" Id="R0c04cfba6bb64c11" /><Relationship Type="http://schemas.openxmlformats.org/officeDocument/2006/relationships/slide" Target="/ppt/slides/slide5.xml" Id="R1a516f7742c64c1d" /><Relationship Type="http://schemas.openxmlformats.org/officeDocument/2006/relationships/slide" Target="/ppt/slides/slide6.xml" Id="R50a7475e1cff41c0" /><Relationship Type="http://schemas.openxmlformats.org/officeDocument/2006/relationships/slide" Target="/ppt/slides/slide7.xml" Id="R47e02d0376a241a2" /><Relationship Type="http://schemas.openxmlformats.org/officeDocument/2006/relationships/slide" Target="/ppt/slides/slide8.xml" Id="R6fe8383c0ab742f3" /><Relationship Type="http://schemas.openxmlformats.org/officeDocument/2006/relationships/slide" Target="/ppt/slides/slide9.xml" Id="Re4b418881bc14282" /><Relationship Type="http://schemas.openxmlformats.org/officeDocument/2006/relationships/slide" Target="/ppt/slides/slide10.xml" Id="Rfb6dbee10af341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74f0749dfd4f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890747680c42a7" /><Relationship Type="http://schemas.openxmlformats.org/officeDocument/2006/relationships/notesMaster" Target="/ppt/notesMasters/notesMaster1.xml" Id="R80533546c8df46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1a355d0b9324a38" /><Relationship Type="http://schemas.openxmlformats.org/officeDocument/2006/relationships/notesMaster" Target="/ppt/notesMasters/notesMaster1.xml" Id="Rd90ca413ab0643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88ceaf6c7e4216" /><Relationship Type="http://schemas.openxmlformats.org/officeDocument/2006/relationships/notesMaster" Target="/ppt/notesMasters/notesMaster1.xml" Id="R78edf46cb3304c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b7094840494891" /><Relationship Type="http://schemas.openxmlformats.org/officeDocument/2006/relationships/notesMaster" Target="/ppt/notesMasters/notesMaster1.xml" Id="Rb0edc2f4552e40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f6cac9f79845a5" /><Relationship Type="http://schemas.openxmlformats.org/officeDocument/2006/relationships/notesMaster" Target="/ppt/notesMasters/notesMaster1.xml" Id="Rd67e8904e83440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bc129418a84841" /><Relationship Type="http://schemas.openxmlformats.org/officeDocument/2006/relationships/notesMaster" Target="/ppt/notesMasters/notesMaster1.xml" Id="R95c9b29c23904e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5764f9f97394666" /><Relationship Type="http://schemas.openxmlformats.org/officeDocument/2006/relationships/notesMaster" Target="/ppt/notesMasters/notesMaster1.xml" Id="Rb528329d58534c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d10d62b8ad472a" /><Relationship Type="http://schemas.openxmlformats.org/officeDocument/2006/relationships/notesMaster" Target="/ppt/notesMasters/notesMaster1.xml" Id="Re423bdec057e4b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ae7f721b4e480f" /><Relationship Type="http://schemas.openxmlformats.org/officeDocument/2006/relationships/notesMaster" Target="/ppt/notesMasters/notesMaster1.xml" Id="Rfe8773a1140d4c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1f0543c3a5487b" /><Relationship Type="http://schemas.openxmlformats.org/officeDocument/2006/relationships/notesMaster" Target="/ppt/notesMasters/notesMaster1.xml" Id="Rc889a0e3b1e640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Материалы проекта: https://github.com/Samirrrrr123/college-inventory</a:t>
            </a:r>
          </a:p>
          <a:p xmlns:a="http://schemas.openxmlformats.org/drawingml/2006/main">
            <a:r>
              <a:t>Скриншоты интерфейса и проверка VPS: 22.10.2026.</a:t>
            </a:r>
          </a:p>
          <a:p xmlns:a="http://schemas.openxmlformats.org/drawingml/2006/main">
            <a:r>
              <a:t>Первоначальные зоны ответственности: Самир — frontend и размещение, Артём — backend и БД. Интеграция совместная, фактические изменения сохранены в Git.</a:t>
            </a:r>
          </a:p>
          <a:p xmlns:a="http://schemas.openxmlformats.org/drawingml/2006/main">
            <a:r>
              <a:t>Результаты тестов: docs/testing-report.md, CI PR 34.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a0bb3efa8f463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571937a0b4490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88457293a4469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13d6a6eff14a8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5c1b830e8a4a6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404501f89542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B55E377-481D-48C8-976F-9148969287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7663213-12AA-41A5-A26F-A401E755830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E57C51F-BBD3-4B25-8D2A-68E492667A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133C6D-AFF7-480C-AA3B-1FE7B472B1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A2B0EDB-754F-4D9A-BDF1-6F513595B0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35DAA8-D4C2-4C76-AE41-8A4CAB1362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883F1B-209E-4896-B776-00DE8D0492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E945DF5-6C62-4B75-9708-EAC9777AE25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8FC49D-D076-4387-9632-C0237218A5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0B6FD23-7B7A-4963-9542-1C6EC5FCD6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9791768cd54ed1" /><Relationship Type="http://schemas.openxmlformats.org/officeDocument/2006/relationships/slideLayout" Target="/ppt/slideLayouts/slideLayout1.xml" Id="R6aca07d9e5634f32" /><Relationship Type="http://schemas.openxmlformats.org/officeDocument/2006/relationships/slideLayout" Target="/ppt/slideLayouts/slideLayout2.xml" Id="R4c0af00792474aa5" /><Relationship Type="http://schemas.openxmlformats.org/officeDocument/2006/relationships/slideLayout" Target="/ppt/slideLayouts/slideLayout3.xml" Id="R9e930e7245fa448a" /><Relationship Type="http://schemas.openxmlformats.org/officeDocument/2006/relationships/slideLayout" Target="/ppt/slideLayouts/slideLayout4.xml" Id="R83b8d8a8cfcc4b6d" /><Relationship Type="http://schemas.openxmlformats.org/officeDocument/2006/relationships/slideLayout" Target="/ppt/slideLayouts/slideLayout5.xml" Id="R078b5cacc2194f1f" /><Relationship Type="http://schemas.openxmlformats.org/officeDocument/2006/relationships/slideLayout" Target="/ppt/slideLayouts/slideLayout6.xml" Id="Rbb5ba447b5034a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ca07d9e5634f32"/>
    <p:sldLayoutId xmlns:r="http://schemas.openxmlformats.org/officeDocument/2006/relationships" id="2147483650" r:id="R4c0af00792474aa5"/>
    <p:sldLayoutId xmlns:r="http://schemas.openxmlformats.org/officeDocument/2006/relationships" id="2147483651" r:id="R9e930e7245fa448a"/>
    <p:sldLayoutId xmlns:r="http://schemas.openxmlformats.org/officeDocument/2006/relationships" id="2147483652" r:id="R83b8d8a8cfcc4b6d"/>
    <p:sldLayoutId xmlns:r="http://schemas.openxmlformats.org/officeDocument/2006/relationships" id="2147483653" r:id="R078b5cacc2194f1f"/>
    <p:sldLayoutId xmlns:r="http://schemas.openxmlformats.org/officeDocument/2006/relationships" id="2147483654" r:id="Rbb5ba447b5034a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1f1bcaf1504bb1" /><Relationship Type="http://schemas.openxmlformats.org/officeDocument/2006/relationships/notesSlide" Target="/ppt/notesSlides/notesSlide1.xml" Id="Rc172201fbbaf4c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ccf876b8084d03" /><Relationship Type="http://schemas.openxmlformats.org/officeDocument/2006/relationships/image" Target="/ppt/media/image.png" Id="Rc5ba322c5ca945fb" /><Relationship Type="http://schemas.openxmlformats.org/officeDocument/2006/relationships/notesSlide" Target="/ppt/notesSlides/notesSlide2.xml" Id="Rdca35492f0504f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1379f61b364317" /><Relationship Type="http://schemas.openxmlformats.org/officeDocument/2006/relationships/image" Target="/ppt/media/image2.png" Id="Ra5bfa9321f774723" /><Relationship Type="http://schemas.openxmlformats.org/officeDocument/2006/relationships/notesSlide" Target="/ppt/notesSlides/notesSlide3.xml" Id="Rdd1c52caecc440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f0ed96e84b4400" /><Relationship Type="http://schemas.openxmlformats.org/officeDocument/2006/relationships/image" Target="/ppt/media/image3.png" Id="R9994fdbc0ace4875" /><Relationship Type="http://schemas.openxmlformats.org/officeDocument/2006/relationships/notesSlide" Target="/ppt/notesSlides/notesSlide4.xml" Id="R674277fe8cd349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f25deb0680487c" /><Relationship Type="http://schemas.openxmlformats.org/officeDocument/2006/relationships/image" Target="/ppt/media/image4.png" Id="R81848188327f4794" /><Relationship Type="http://schemas.openxmlformats.org/officeDocument/2006/relationships/notesSlide" Target="/ppt/notesSlides/notesSlide5.xml" Id="Ra6140aae5b3744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08add973eb416c" /><Relationship Type="http://schemas.openxmlformats.org/officeDocument/2006/relationships/notesSlide" Target="/ppt/notesSlides/notesSlide6.xml" Id="R5b6726afe7d94f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6b3fdcca324f4c" /><Relationship Type="http://schemas.openxmlformats.org/officeDocument/2006/relationships/image" Target="/ppt/media/image5.png" Id="Ra714172c0c034001" /><Relationship Type="http://schemas.openxmlformats.org/officeDocument/2006/relationships/notesSlide" Target="/ppt/notesSlides/notesSlide7.xml" Id="R424e2ef682a04c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d24cac14b84ec2" /><Relationship Type="http://schemas.openxmlformats.org/officeDocument/2006/relationships/image" Target="/ppt/media/image6.png" Id="Rb3b5843270754ca1" /><Relationship Type="http://schemas.openxmlformats.org/officeDocument/2006/relationships/notesSlide" Target="/ppt/notesSlides/notesSlide8.xml" Id="R1dbc83ba5c43433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4370c9c98e4a60" /><Relationship Type="http://schemas.openxmlformats.org/officeDocument/2006/relationships/image" Target="/ppt/media/image7.png" Id="R2fc506a5b7a14dc1" /><Relationship Type="http://schemas.openxmlformats.org/officeDocument/2006/relationships/notesSlide" Target="/ppt/notesSlides/notesSlide9.xml" Id="Rc782aaf1ef1d4d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3ce623f909406f" /><Relationship Type="http://schemas.openxmlformats.org/officeDocument/2006/relationships/hyperlink" Target="https://85.8.201.148/login" TargetMode="External" Id="R6600009110d94acf" /><Relationship Type="http://schemas.openxmlformats.org/officeDocument/2006/relationships/hyperlink" Target="https://github.com/Samirrrrr123/college-inventory" TargetMode="External" Id="R9d198c323aaf42e1" /><Relationship Type="http://schemas.openxmlformats.org/officeDocument/2006/relationships/notesSlide" Target="/ppt/notesSlides/notesSlide10.xml" Id="R9d7f70942fc145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075F0-4AA9-4365-82FF-3330AC67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Учёт оборудования и аудиторий колледжа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137FAA-E8B7-4841-A6CC-67894CAE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100012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IThub, группа 4p1.23</a:t>
            </a:r>
          </a:p>
          <a:p xmlns:a="http://schemas.openxmlformats.org/drawingml/2006/main">
            <a: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Ясинов Самир Парвизович</a:t>
            </a:r>
          </a:p>
          <a:p xmlns:a="http://schemas.openxmlformats.org/drawingml/2006/main">
            <a:pPr>
              <a:defRPr sz="22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Николаиди Артём Георгиевич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50CF76-9411-425E-8A3C-EAD1D772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1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8943771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76683A-C721-4403-9FDC-F95CE950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Задача и участники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15149-9734-4838-BB9C-A4EAA83D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Преподаватель подаёт заявки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67A85-E1A6-4416-BA8E-3CECF1C4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Лаборант ведёт технику и выдачи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824FB4-5573-404B-B5E7-2D9C5605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Администратор управляет доступом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B4191-1036-4E8B-9D14-AE0FB7C7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План: Самир — frontend и запуск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8A4D7A-A685-4DC1-A5AC-141ABD3C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План: Артём — backend и БД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CADA28-1DBE-4946-9507-04174995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Совместная интеграция и проверки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1B086B-6D53-4585-BB8E-ED27DE56E8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ba322c5ca945fb"/>
          <a:stretch xmlns:a="http://schemas.openxmlformats.org/drawingml/2006/main"/>
        </p:blipFill>
        <p:spPr>
          <a:xfrm xmlns:a="http://schemas.openxmlformats.org/drawingml/2006/main">
            <a:off x="4429125" y="1810477"/>
            <a:ext cx="7143750" cy="3999046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7036BE-7FF0-40FA-A151-CA4EC94A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2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905978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76E14E-1786-42AC-9A96-233250D6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Макеты и мобильная версия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FA6C9-AED9-46DD-ABCD-908AAE7D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Шесть основных экранов в Figma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677C31-88BF-4E48-BF34-C332EBF18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Светлая и тёмная темы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61F7DD-16AD-4E75-8216-F8673300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Русский и английский языки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4C5910-801F-42CF-82D2-DEF3EF08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Ширина от 360 до 1920 пикселей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F4B44-97FF-4CF9-83C0-E5EADD6F6D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bfa9321f774723"/>
          <a:stretch xmlns:a="http://schemas.openxmlformats.org/drawingml/2006/main"/>
        </p:blipFill>
        <p:spPr>
          <a:xfrm xmlns:a="http://schemas.openxmlformats.org/drawingml/2006/main">
            <a:off x="6096000" y="1476375"/>
            <a:ext cx="3714750" cy="4572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1F0B58-1394-4C8B-A20C-8C031B5F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3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16729665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2245C4-BB20-46DF-8C78-9EE560D2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Каталог оборудования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0C610F-0E49-4F1C-99F8-6E004F5D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Поиск, фильтры и страницы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DE863D-85FF-4C25-A945-C16EF60D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Создание и изменение записей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5B19C-B7FB-41A7-8B29-A112EF83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Подтверждение удаления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F8C0A-3F5E-4731-95FD-FB908A84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Фотографии и документы до 5 МБ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58A0B9-B1BF-4CAB-B6B8-78FD677B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Экспорт списка в XLSX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31711C-457A-4477-8C01-8528095AE9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4fdbc0ace4875"/>
          <a:stretch xmlns:a="http://schemas.openxmlformats.org/drawingml/2006/main"/>
        </p:blipFill>
        <p:spPr>
          <a:xfrm xmlns:a="http://schemas.openxmlformats.org/drawingml/2006/main">
            <a:off x="4429125" y="1829137"/>
            <a:ext cx="7143750" cy="396172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FE5DD4-1BCF-42A0-BD91-D74A5ADC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4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10175152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55FC18-D790-433A-8406-E226D826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Запуск на сервере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53968-F0A8-44D0-84CE-870662BE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VPS на UFO Hosting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D22DAC-AF4E-4C22-84EC-83208CEE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Ubuntu, 2 vCPU, 2 ГБ RAM, 40 ГБ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6A9EB-1D7C-4D99-A9B4-81436484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Docker Compose запускает приложение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CF5064-BCC0-4891-9AD6-C08B50E0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Caddy обеспечивает HTTPS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FD7D6C-3E6E-4E02-BDE9-B0F4B4E1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GitHub Actions проверяет изменения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9F6C06-B623-4150-AE0C-B1AE4D92E6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48188327f4794"/>
          <a:stretch xmlns:a="http://schemas.openxmlformats.org/drawingml/2006/main"/>
        </p:blipFill>
        <p:spPr>
          <a:xfrm xmlns:a="http://schemas.openxmlformats.org/drawingml/2006/main">
            <a:off x="4429125" y="1454082"/>
            <a:ext cx="7143750" cy="471183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D558F-AE44-4F56-B27B-6ED0AF17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5 / 10   Самир</a:t>
            </a:r>
          </a:p>
        </p:txBody>
      </p:sp>
    </p:spTree>
    <p:extLst>
      <p:ext uri="{BB962C8B-B14F-4D97-AF65-F5344CB8AC3E}">
        <p14:creationId xmlns:p14="http://schemas.microsoft.com/office/powerpoint/2010/main" val="14204551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123D3-980C-43EC-B5D0-6500DF85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Сервер и вход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605C1-91FC-4B49-BC4B-8F77F258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React и TypeScript в браузере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84C56-BD13-4104-9294-1F66C2A1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Express принимает REST-запросы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0242F3-522B-4308-A07B-5E216244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Сервисы проверяют правила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2F888-E3CC-4A5F-B683-8A1A652E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Prisma обращается к PostgreSQL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ACCB9-2633-428F-8959-1E7FECA7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382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JWT для входа, bcrypt для паролей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A52AA2-38EF-48DB-8F8E-D2008367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6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8355598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64ED5-0D64-47FE-86BE-3E60883E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База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8FC8D-4BE1-4945-8116-038924A5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PostgreSQL, 16 таблиц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60485C-1C78-4002-B77C-9533C53F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Пользователи и 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C5C5A-86CE-435B-8892-C0236A9A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Оборудование, категории и аудитории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9D442-B012-4363-8F73-8C180EFA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Заявки и выдачи с несколькими предметами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5C307-5089-459A-B9DC-19106A60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Миграции и тестовые данные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6D0330-0416-42A3-A08F-C6EEEE250C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4172c0c034001"/>
          <a:stretch xmlns:a="http://schemas.openxmlformats.org/drawingml/2006/main"/>
        </p:blipFill>
        <p:spPr>
          <a:xfrm xmlns:a="http://schemas.openxmlformats.org/drawingml/2006/main">
            <a:off x="4429125" y="1386604"/>
            <a:ext cx="7143750" cy="484679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2DAB5F-9C2C-463A-A138-78D3AFFE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7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18730534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1053CE-FD7D-4571-B728-F9941934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Заявки и выдачи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B5C9B1-1D06-4474-A03F-CB888FB6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Преподаватель выбирает от 1 до 20 предметов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20A29-8BD2-49D2-AF4A-216A7CE1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Лаборант принимает решение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2F89A-F68C-46B6-AB66-B2BF79AB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При выдаче проверяется доступность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63ABB-EE35-4A8F-B05B-904374FD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Комплект сохраняется целиком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C2554-18CB-42AD-88E7-DCD510C6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Возврат освобождает оборудование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185953-B61E-4CFB-8B9C-7C2A5F11F8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b5843270754ca1"/>
          <a:stretch xmlns:a="http://schemas.openxmlformats.org/drawingml/2006/main"/>
        </p:blipFill>
        <p:spPr>
          <a:xfrm xmlns:a="http://schemas.openxmlformats.org/drawingml/2006/main">
            <a:off x="4514850" y="1381125"/>
            <a:ext cx="6972300" cy="4857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DB6A3D-23F0-4C47-A56A-C14482EE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8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19303604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613283-34BE-4564-8330-71D292EB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Перемещения и журнал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E22F9C-9A71-410A-B941-555D1AC9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Смена аудитории сохраняет перемещение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B31C6-4BC8-4F9F-92C1-CE1639A2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В записи есть автор и дата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C3D7F-DA1C-41FF-8D2D-8ED47853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Журнал аудита доступен администратору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4D87B-3A3D-4603-944B-A4CA253D4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Поиск и фильтры работают на сервере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5CEB9-3139-490F-96E3-DFA32342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33813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Данные сохраняются после перезагрузки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9A266E-759F-4AB5-9419-C0FE83D5B8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506a5b7a14dc1"/>
          <a:stretch xmlns:a="http://schemas.openxmlformats.org/drawingml/2006/main"/>
        </p:blipFill>
        <p:spPr>
          <a:xfrm xmlns:a="http://schemas.openxmlformats.org/drawingml/2006/main">
            <a:off x="4465638" y="1381125"/>
            <a:ext cx="7070725" cy="4857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474E1B-6208-430A-BF98-26BAC973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9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11129586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85292-17F3-4A09-B525-76F6BDA0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355E4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55E4C"/>
                </a:solidFill>
                <a:latin typeface="Arial"/>
                <a:ea typeface="Arial"/>
                <a:cs typeface="Arial"/>
              </a:rPr>
              <a:t>Проверки и результат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D4F14-9879-4BFB-958C-89C6F321C6D5}"/>
              </a:ext>
            </a:extLst>
          </p:cNvPr>
          <p:cNvGraphicFramePr/>
          <p:nvPr/>
        </p:nvGraphicFramePr>
        <p:xfrm>
          <a:off xmlns:a="http://schemas.openxmlformats.org/drawingml/2006/main" x="666750" y="1543050"/>
          <a:ext xmlns:a="http://schemas.openxmlformats.org/drawingml/2006/main" cx="10668000" cy="3124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858000"/>
                <a:gridCol w="3810000"/>
              </a:tblGrid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1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Проверка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T w="9525">
                      <a:solidFill>
                        <a:srgbClr val="D9E1D6"/>
                      </a:solidFill>
                      <a:prstDash val="solid"/>
                    </a:lnT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1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T w="9525">
                      <a:solidFill>
                        <a:srgbClr val="D9E1D6"/>
                      </a:solidFill>
                      <a:prstDash val="solid"/>
                    </a:lnT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EEF3EC"/>
                    </a:solidFill>
                  </a:tcPr>
                </a:tc>
              </a:tr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Серверные тесты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92 прошли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Тесты интерфейса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50 прошли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Браузерные сценарии с API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21 прошёл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4840"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Покрытие строк сервисов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D9E1D6"/>
                      </a:solidFill>
                      <a:prstDash val="solid"/>
                    </a:lnL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2100" b="0">
                          <a:solidFill>
                            <a:srgbClr val="1B3028"/>
                          </a:solidFill>
                          <a:latin typeface="Arial"/>
                          <a:ea typeface="Arial"/>
                          <a:cs typeface="Arial"/>
                        </a:rPr>
                        <a:t>97,3%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D9E1D6"/>
                      </a:solidFill>
                      <a:prstDash val="solid"/>
                    </a:lnR>
                    <a:lnB w="9525">
                      <a:solidFill>
                        <a:srgbClr val="D9E1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9E46A-8D90-4E3E-BD5B-E821F303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Сайт: </a:t>
            </a:r>
            <a:r>
              <a:rPr sz="1875" b="0">
                <a:solidFill>
                  <a:srgbClr val="1B3028"/>
                </a:solidFill>
                <a:latin typeface="Arial"/>
                <a:ea typeface="Arial"/>
                <a:cs typeface="Arial"/>
                <a:hlinkClick xmlns:r="http://schemas.openxmlformats.org/officeDocument/2006/relationships" r:id="R6600009110d94acf"/>
              </a:rPr>
              <a:t>https://85.8.201.148/login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4CA48-60E2-45F8-BF46-27E7D2B3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911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B302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B302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1875" b="0">
                <a:solidFill>
                  <a:srgbClr val="1B3028"/>
                </a:solidFill>
                <a:latin typeface="Arial"/>
                <a:ea typeface="Arial"/>
                <a:cs typeface="Arial"/>
                <a:hlinkClick xmlns:r="http://schemas.openxmlformats.org/officeDocument/2006/relationships" r:id="R9d198c323aaf42e1"/>
              </a:rPr>
              <a:t>Samirrrrr123/college-inventory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C51D1-014C-41BC-AA3F-82E36B2E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3685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85D"/>
                </a:solidFill>
                <a:latin typeface="Arial"/>
                <a:ea typeface="Arial"/>
                <a:cs typeface="Arial"/>
              </a:rPr>
              <a:t>10 / 10   Артём</a:t>
            </a:r>
          </a:p>
        </p:txBody>
      </p:sp>
    </p:spTree>
    <p:extLst>
      <p:ext uri="{BB962C8B-B14F-4D97-AF65-F5344CB8AC3E}">
        <p14:creationId xmlns:p14="http://schemas.microsoft.com/office/powerpoint/2010/main" val="10704783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2026-10-21T22:16:17.1740000Z</dcterms:created>
  <dcterms:modified xsi:type="dcterms:W3CDTF">2026-10-21T22:16:17.1750000Z</dcterms:modified>
</coreProperties>
</file>